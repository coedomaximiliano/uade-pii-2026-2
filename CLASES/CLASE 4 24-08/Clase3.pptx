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8225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—  3.4.229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 Cola con Prioridad y TDA Conjunto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estática y análisis de costos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4 HORAS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6576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3A4A9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II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Maximiliano Coedo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FAIN — UADE  |  2do Cuatrimestre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CLASE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4 horas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39903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y repaso de la Clase 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149840" y="1399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19656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196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80136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 Cola con Prioridad: especificación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149840" y="18013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2199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2199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203704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estática (array desordenado)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149840" y="22037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243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606040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array ordenado vs. desordenado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149840" y="2606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026664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2666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008376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— Probar la Cola con Prioridad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149840" y="300837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5B647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4290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341071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149840" y="34107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831336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83133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381304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 Conjunto: especificación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149840" y="38130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23367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2336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88720" y="4215384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estática (array sin duplicados)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149840" y="42153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636008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63600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4617720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— Implementar el TDA Conjunto completo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149840" y="4617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038344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03834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88720" y="5020056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de las operaciones del Conjunto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149840" y="50200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544068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544068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88720" y="54223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integrador — Conjunto + Cola con Prioridad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0149840" y="54223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48640" y="5843016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584301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88720" y="582472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resumen y para la próxima clase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0149840" y="58247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 Cola con Prioridad: especificación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Cola con Prioridad?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la Cola (FIFO), el orden de salida NO depende de cuándo llegó el elemento, sino de su prioridad: siempre sale primero el de mayor prioridad.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la vida real: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Guardia de un hospital (urgencias primero)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operativo eligiendo qué proceso ejecutar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Tareas con distinto nivel de importancia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2148840"/>
            <a:ext cx="4892040" cy="338328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286000"/>
            <a:ext cx="4434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TDA ColaConPrioridad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crear() -&gt; CCP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post: devuelve una CCP vacia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insertar(c, x, prioridad) -&gt; CCP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post: x queda insertado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extraerMax(c) -&gt; CCP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pre: c no esta vacia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post: se elimina el de mayor prioridad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verMax(c) -&gt; elemento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pre: c no esta vacia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esVacia(c) -&gt; boolean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estática (array desordenado)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Atributos, constructor e insertar()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675120" cy="5029200"/>
          </a:xfrm>
          <a:prstGeom prst="roundRect">
            <a:avLst>
              <a:gd name="adj" fmla="val 1455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6217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ColaPrioridadEstatica {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int[] valores;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int[] prioridades;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cantidad;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capacidad;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ColaPrioridadEstatica(int capacidad) {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this.capacidad = capacidad;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this.valores = new int[capacidad];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this.prioridades = new int[capacidad];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this.cantidad = 0;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insertar(int x, int prioridad) {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(cantidad == capacidad) {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RuntimeException("Cola llena");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valores[cantidad] = x;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prioridades[cantidad] = prioridad;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cantidad++;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06640" y="1463040"/>
            <a:ext cx="4206240" cy="5029200"/>
          </a:xfrm>
          <a:prstGeom prst="roundRect">
            <a:avLst>
              <a:gd name="adj" fmla="val 2174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24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dos arrays?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35240" y="20574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necesita guardar dos datos: su valor y su prioridad. Se guardan en posiciones paralelas: prioridades[i] es la prioridad de valores[i].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35240" y="3657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"Desordenado"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5240" y="406908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insertar() simplemente agrega al final, sin importar la prioridad. Por eso es O(1) — pero el precio se paga después, al extraer.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verMax() y extraerMax()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675120" cy="5029200"/>
          </a:xfrm>
          <a:prstGeom prst="roundRect">
            <a:avLst>
              <a:gd name="adj" fmla="val 1455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6217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int indiceMax() {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idxMax = 0;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1; i &lt; cantidad; i++) {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(prioridades[i] &gt; prioridades[idxMax]) {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idxMax = i;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idxMax;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 verMax() {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(cantidad == 0) throw new RuntimeException("Vacia");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valores[indiceMax()];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 extraerMax() {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(cantidad == 0) throw new RuntimeException("Vacia");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idx = indiceMax();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valor = valores[idx];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idx; i &lt; cantidad - 1; i++) {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valores[i] = valores[i + 1];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prioridades[i] = prioridades[i + 1];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cantidad--;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valor;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06640" y="1463040"/>
            <a:ext cx="4206240" cy="502920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pasos en extraerMax()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35240" y="205740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Buscar el índice de mayor prioridad (recorre TODO el array)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"Tapar el hueco" corriendo los elementos siguientes un lugar hacia atrás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35240" y="429768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opuesto a insertar(): rápido para agregar, costoso para extraer.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Trade-off: array ordenado vs. desordenado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estrategias posibles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Desordenado (la que programamos)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72491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5176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O(1) — agregar al final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5021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4290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extraerMax: O(n) — hay que buscar el máximo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27939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2062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 implementar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3A4A9E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7830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 (array siempre ordenado por prioridad)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46520" y="272491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65176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O(n) — hay que ubicar la posición correcta y correr elementos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46520" y="35021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34290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extraerMax: O(1) — el máximo siempre está en un extremo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427939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2062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trabajo al insertar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conviene? Depende del uso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respuesta única — depende de qué operación se hace con más frecuencia en el problema que estás resolviendo.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insertan muchos elementos y se extrae pocas veces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863840" y="260604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DESORDENADO (insertar barato)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947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extrae el máximo constantemente y se inserta poco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63840" y="388620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886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ORDENADO (extraer barato)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mismo criterio que la Unidad II pide aplicar: elegir la implementación en función del costo de las operaciones asociadas al problema real.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Probar la Cola con Prioridad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0" y="320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Individualmente: implementen en su IDE la clase ColaPrioridadEstatica (versión desordenada) vista en el bloque anterior.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5 tareas con distintas prioridades (ej: "Backup"=1, "Incendio"=5, "Email"=2, "Reunión"=3, "Deploy"=4).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todas con extraerMax() e imprimir: deberían salir en orden de prioridad descendente.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Cronometrar mentalmente: si hubiera 1.000.000 de elementos, ¿cuántas comparaciones hace CADA extraerMax()?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opcional: agreguen un método verMax() al estilo tope() de la Pila (sin eliminar).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común breve: comparar con quien haya hecho el desafío opcional.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 Conjunto: especificación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 Conjunto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colección de elementos SIN duplicados y SIN orden definido. La operación central es preguntar si un elemento pertenece o no.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IDs de usuarios ya registrados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Palabras únicas de un texto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Etiquetas asignadas a un producto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9164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TDA Conjunto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crear() -&gt; Conjunto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pertenece(c, x) -&gt; boolean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agregar(c, x) -&gt; Conjunto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post: x pertenece a c (sin duplicar)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eliminar(c, x) -&gt; Conjunto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esVacio(c) -&gt; boolean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estática del Conjunto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pertenece(), agregar() y eliminar()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675120" cy="5029200"/>
          </a:xfrm>
          <a:prstGeom prst="roundRect">
            <a:avLst>
              <a:gd name="adj" fmla="val 1455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6217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ConjuntoEstatico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int[] elementos;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cantidad, capacidad;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ConjuntoEstatico(int capacidad)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this.capacidad = capacidad;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this.elementos = new int[capacidad];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this.cantidad = 0;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boolean pertenece(int x)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cantidad; i++)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(elementos[i] == x) return true;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agregar(int x)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(pertenece(x)) return;   // no duplicar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(cantidad == capacidad) throw new RuntimeException("Lleno");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elementos[cantidad] = x;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cantidad++;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06640" y="1463040"/>
            <a:ext cx="4206240" cy="502920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truco de agregar()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35240" y="20574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insertar, pregunta pertenece(x). Si ya está, no hace nada — así se garantiza la postcondición "sin duplicados" de la especificación.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3524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escondido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35240" y="43434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pertenece() recorre todo el array en el peor caso — y agregar() la usa siempre. Se retoma en el Bloque 10.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eliminar() — el truco de "tapar con el último"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eliminar(int x) {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cantidad; i++) {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(elementos[i] == x) {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elementos[i] = elementos[cantidad - 1];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cantidad--;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86600" y="1554480"/>
            <a:ext cx="4526280" cy="2377440"/>
          </a:xfrm>
          <a:prstGeom prst="roundRect">
            <a:avLst>
              <a:gd name="adj" fmla="val 384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173736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correr todo el array?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0" y="2286000"/>
            <a:ext cx="4069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Conjunto NO tiene orden definido, no importa en qué posición queda cada elemento. Reemplazar por el último y descartar el último lugar es válido y mucho más rápido que correr todo.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062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Comparen con eliminar en un array ORDENADO (como en una Cola con Prioridad ordenada): ahí sí habría que correr los elementos, porque el orden importa. La estructura de datos correcta depende de qué garantías necesita el TDA.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Implementar el TDA Conjunto completo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0" y="320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parejas: implementen ConjuntoEstatico completo (pertenece, agregar, eliminar, esVacio) y pruébenlo.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conjunto de capacidad 10 y agregar los números 3, 7, 3, 5, 7, 9 (repetidos a propósito).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pertenece() funciona antes y después de cada agregar().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el 7 y comprobar con pertenece(7) que ya no está.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el conjunto final: ¿cuántos elementos quedaron? ¿En qué orden? ¿Por qué ese orden puede parecer "raro"?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terminan antes: escriban un método interseccion(ConjuntoEstatico otro) que devuelva un nuevo Conjunto con los elementos comunes.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 de las operaciones del Conjunto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complejidad: Conjunto estático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6002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777240"/>
          </a:xfrm>
          <a:prstGeom prst="rect">
            <a:avLst/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574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pertenece(x)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2057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20574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peor caso recorre todos los elementos.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34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agregar(x)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8346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283464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internamente a pertenece() antes de insertar.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1064240" cy="777240"/>
          </a:xfrm>
          <a:prstGeom prst="rect">
            <a:avLst/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11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eliminar(x)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6118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61188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busca (O(n)); la eliminación en sí es O(1).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89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esVacio()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43891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43891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compara cantidad == 0.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para pensar: ¿qué estructura (que van a ver más adelante en la materia) podría resolver pertenece() en O(1)?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(integrador)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Combinar Conjunto + Cola con Prioridad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0" y="320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grupos: resuelvan el siguiente mini-problema combinando los dos TDAs de hoy.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reciben tareas (id, prioridad). No pueden existir dos tareas con el mismo id.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 un ConjuntoEstatico solo para verificar que un id no fue insertado antes.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id es nuevo, inserten la tarea en una ColaPrioridadEstatica.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final, extraigan y muestren todas las tareas en orden de prioridad, ignorando los ids duplicados que se hayan intentado insertar.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ejercicio es, en chico, el mismo patrón que van a usar en el TP integrador (alta de tickets sin duplicados + atención por prioridad).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con Prioridad (desordenada): insertar O(1), extraerMax O(n).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37744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alternativa ordenada invierte el costo: insertar O(n), extraerMax O(1).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15468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correcta depende de qué operación se usa con más frecuencia en el problema real.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59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93192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Conjunto: pertenece/agregar/eliminar son O(n) con array simple, porque hay que recorrer para evitar duplicados.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70916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eliminar() en un Conjunto puede "tapar con el último" porque no hay orden que preservar — a diferencia de estructuras ordenadas.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CLASE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4: TDA Diccionario e implementaciones dinámicas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235915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resuelto (o intentado) el Ejercicio 2 (Conjunto) y el Ejercicio 3 integrador.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95351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80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la tabla de complejidad de hoy: van a compararla contra las implementaciones dinámicas.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54787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747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en qué se parece un Diccionario (clave→valor) a un Conjunto — y en qué se diferencia.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414223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069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concepto de referencia en Java (Bloque 8 de la Clase 1) — es la base de las listas enlazadas.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2026-08-03T05:55:46Z</dcterms:created>
  <dcterms:modified xsi:type="dcterms:W3CDTF">2026-08-03T05:55:46Z</dcterms:modified>
</cp:coreProperties>
</file>